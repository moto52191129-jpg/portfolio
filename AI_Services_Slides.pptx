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00AA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480</c:v>
                </c:pt>
                <c:pt idx="2">
                  <c:v>620</c:v>
                </c:pt>
                <c:pt idx="3">
                  <c:v>750</c:v>
                </c:pt>
                <c:pt idx="4">
                  <c:v>910</c:v>
                </c:pt>
                <c:pt idx="5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3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40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3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45720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45720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5720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96012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96012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96012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46304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9560" y="146304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1463040"/>
            <a:ext cx="128016" cy="128016"/>
          </a:xfrm>
          <a:prstGeom prst="oval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9144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数時間の作業を、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94360" y="17373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数分で。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CC"/>
                </a:solidFill>
              </a:rPr>
              <a:t>AI で業務を自動化し、あなたの時間を取り戻す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337560"/>
            <a:ext cx="214884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DD"/>
                </a:solidFill>
              </a:rPr>
              <a:t>スライド自動生成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71800" y="3337560"/>
            <a:ext cx="214884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DD"/>
                </a:solidFill>
              </a:rPr>
              <a:t>図解デザイン生成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3337560"/>
            <a:ext cx="214884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337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ADD"/>
                </a:solidFill>
              </a:rPr>
              <a:t>電話営業自動化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480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[YOUR_NAME]  |  AI Business Solutions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あなたのビジネスに、こんな課題はありませんか？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資料作成に時間がかかりすぎる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871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提案書・スライド作成に毎回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3〜4時間。コア業務に集中できない。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18872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営業の人件費が重い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93008" y="24871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架電スタッフの採用・教育コストが高く、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成果もばらつく。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08776" y="1188720"/>
            <a:ext cx="2651760" cy="3291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4173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5936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情報が伝わらない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45936" y="24871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複雑な概念や数値を説明しても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相手に伝わらず、商談が進まない。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3つのAIサービスで、業務を根本から変える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2651760" cy="27432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727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スライド自動生成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633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テキストを入れるだけで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デザイン済みスライドを即生成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55848" y="11430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55848" y="1143000"/>
            <a:ext cx="2651760" cy="27432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161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5727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3008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図解デザイン生成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93008" y="2633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複雑な情報を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わかりやすい図解に自動変換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08776" y="11430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08776" y="1143000"/>
            <a:ext cx="2651760" cy="27432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00216" y="1161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57276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5936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電話営業自動化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45936" y="263347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AIが架電・会話・記録を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自動化し営業コストを大幅削減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F7FC"/>
          </a:solidFill>
          <a:ln w="12700">
            <a:solidFill>
              <a:srgbClr val="E8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SERVICE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スライド自動生成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テキストを入力するだけで、プロ品質のスライドをAIが即座に生成します。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657600" cy="2697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BEFORE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・提案書作成に毎回3〜4時間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・デザインにセンスが必要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・修正のたびにゼロからやり直し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・担当者によって品質がバラバラ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606040"/>
            <a:ext cx="438912" cy="237744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260604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19472" y="1463040"/>
            <a:ext cx="3721608" cy="2697480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5727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ADD"/>
                </a:solidFill>
              </a:rPr>
              <a:t>AFTER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02352" y="1901952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・入力から完成まで平均20分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・デザインは自動で統一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・ブランドテンプレートで即展開</a:t>
            </a:r>
            <a:endParaRPr lang="en-US" sz="125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50" dirty="0">
                <a:solidFill>
                  <a:srgbClr val="1E293B"/>
                </a:solidFill>
              </a:rPr>
              <a:t>・誰でもプロ品質の資料を作れる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315968"/>
            <a:ext cx="8138160" cy="5669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ADD"/>
                </a:solidFill>
              </a:rPr>
              <a:t>80%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作業時間削減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ADD"/>
                </a:solidFill>
              </a:rPr>
              <a:t>平均20分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11880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完成までの時間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4334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ADD"/>
                </a:solidFill>
              </a:rPr>
              <a:t>PPTX / Gスライド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4599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出力形式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SERVICE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図解デザイン生成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複雑な概念・業務フロー・数値データを、AIが瞬時にわかりやすい図解に変換します。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653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業務フロー図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0665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社内プロセスをわかりやすく可視化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82312" y="1481328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653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データビジュアル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13832" y="20665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数値・比較を一目で伝わるグラフに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844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提案書の図解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34440" y="37856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サービスの仕組みを図解で直感的に説明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82312" y="3200400"/>
            <a:ext cx="400507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8444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13832" y="3401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SNS・資料用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513832" y="37856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インフォグラフィックを自動生成・即投稿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02920" y="4681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出力形式：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1371600" y="4681728"/>
            <a:ext cx="1143000" cy="256032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371600" y="4681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DD"/>
                </a:solidFill>
              </a:rPr>
              <a:t>PNG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697480" y="4681728"/>
            <a:ext cx="1143000" cy="256032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697480" y="4681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DD"/>
                </a:solidFill>
              </a:rPr>
              <a:t>SVG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023360" y="4681728"/>
            <a:ext cx="1143000" cy="256032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023360" y="4681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DD"/>
                </a:solidFill>
              </a:rPr>
              <a:t>PDF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349240" y="4681728"/>
            <a:ext cx="1143000" cy="256032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49240" y="4681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DD"/>
                </a:solidFill>
              </a:rPr>
              <a:t>Figma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SERVICE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電話営業自動化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AIエージェントが架電・会話・記録を自動化。人件費を抑えながら営業スケールを最大化します。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7589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600200"/>
            <a:ext cx="658368" cy="658368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リスト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取込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658368" cy="658368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58568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自動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架電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78808" y="1600200"/>
            <a:ext cx="658368" cy="658368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22776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AI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会話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43016" y="1600200"/>
            <a:ext cx="658368" cy="658368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3016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86984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結果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記録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07224" y="1600200"/>
            <a:ext cx="658368" cy="658368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7224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51192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CRM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連携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27248"/>
            <a:ext cx="265176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127248"/>
            <a:ext cx="2651760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552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営業コスト削減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人件費・管理費含む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55848" y="3127248"/>
            <a:ext cx="265176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55848" y="3127248"/>
            <a:ext cx="2651760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2552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1,000件+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355848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月間自動架電数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4133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24時間365日稼働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08776" y="3127248"/>
            <a:ext cx="265176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3127248"/>
            <a:ext cx="2651760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32552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即日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208776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CRM自動記録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08776" y="4133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Salesforce/HubSpot連携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導入事例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2651760" cy="9144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人材紹介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スライド自動生成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2377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提案書作成に毎回3〜4時間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64208" y="2999232"/>
            <a:ext cx="329184" cy="329184"/>
          </a:xfrm>
          <a:prstGeom prst="oval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AADD"/>
                </a:solidFill>
              </a:rPr>
              <a:t>AFTER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23774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平均20分に短縮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425696"/>
            <a:ext cx="2377440" cy="20116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月40時間削減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111556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1115568"/>
            <a:ext cx="2651760" cy="91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008" y="1298448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ITスタートアップ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93008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図解デザイン生成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93008" y="2267712"/>
            <a:ext cx="2377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286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投資家資料の図解が属人化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17136" y="2999232"/>
            <a:ext cx="329184" cy="329184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855F7"/>
                </a:solidFill>
              </a:rPr>
              <a:t>AFTER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93008" y="3639312"/>
            <a:ext cx="23774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3657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作成コスト70%削減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93008" y="4425696"/>
            <a:ext cx="237744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資金調達成功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1115568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1115568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1298448"/>
            <a:ext cx="91440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1298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不動産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45936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電話営業自動化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45936" y="2057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45936" y="2267712"/>
            <a:ext cx="2377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83096" y="2286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架電スタッフ3名の人件費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370064" y="2999232"/>
            <a:ext cx="329184" cy="329184"/>
          </a:xfrm>
          <a:prstGeom prst="oval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006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45936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</a:rPr>
              <a:t>AFTER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45936" y="3639312"/>
            <a:ext cx="23774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6576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月1,000件を自動架電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45936" y="4425696"/>
            <a:ext cx="237744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4425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コスト60%削減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97890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3B4"/>
                </a:solidFill>
              </a:rPr>
              <a:t>[YOUR_NAME] — AI Business Solutions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数字で見る実績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8138160" cy="0"/>
          </a:xfrm>
          <a:prstGeom prst="LINE">
            <a:avLst/>
          </a:prstGeom>
          <a:noFill/>
          <a:ln w="12700">
            <a:solidFill>
              <a:srgbClr val="1E40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ADD"/>
                </a:solidFill>
              </a:rPr>
              <a:t>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4"/>
                </a:solidFill>
              </a:rPr>
              <a:t>累計導入実績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45720" cy="1097280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88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ADD"/>
                </a:solidFill>
              </a:rPr>
              <a:t>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4"/>
                </a:solidFill>
              </a:rPr>
              <a:t>平均コスト削減率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45720" cy="1097280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ADD"/>
                </a:solidFill>
              </a:rPr>
              <a:t>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4"/>
                </a:solidFill>
              </a:rPr>
              <a:t>顧客満足度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45720" cy="1097280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188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768096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ADD"/>
                </a:solidFill>
              </a:rPr>
              <a:t>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B4"/>
                </a:solidFill>
              </a:rPr>
              <a:t>平均納期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3B4"/>
                </a:solidFill>
              </a:rPr>
              <a:t>月別対応件数の推移（イメージ）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2920" y="3154680"/>
          <a:ext cx="594360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675120" y="32461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0A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AI導入後、</a:t>
            </a:r>
            <a:endParaRPr lang="en-US" sz="17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0A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3ヶ月で</a:t>
            </a:r>
            <a:endParaRPr lang="en-US" sz="17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00A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件数が3倍に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50292" cy="301752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ADD"/>
                </a:solidFill>
              </a:rPr>
              <a:t>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導入の流れ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最短14日でのリリースを実現します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984248"/>
            <a:ext cx="72237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無料相談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課題・ゴールを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ヒアリング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76272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76272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9736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9736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76272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ご提案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76272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ソリューションと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費用をご提示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04288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04288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2-3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0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契約・着手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0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設計・開発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スタート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68496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68496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4-10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04688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4688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88152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テスト・確認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504688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デモ確認・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FB反映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32704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11-13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68896" y="1444752"/>
            <a:ext cx="1389888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68896" y="1444752"/>
            <a:ext cx="1389888" cy="64008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1572768"/>
            <a:ext cx="822960" cy="822960"/>
          </a:xfrm>
          <a:prstGeom prst="oval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1572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ADD"/>
                </a:solidFill>
              </a:rPr>
              <a:t>05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68896" y="25146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納品・サポート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168896" y="2907792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本番リリース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運用サポート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96912" y="3703320"/>
            <a:ext cx="1115568" cy="237744"/>
          </a:xfrm>
          <a:prstGeom prst="rect">
            <a:avLst/>
          </a:prstGeom>
          <a:solidFill>
            <a:srgbClr val="E8F7FC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37033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ADD"/>
                </a:solidFill>
              </a:rPr>
              <a:t>Day 14〜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371600" y="4626864"/>
            <a:ext cx="640080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46268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まずは無料相談からお気軽にどうぞ →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4754880" cy="4754880"/>
          </a:xfrm>
          <a:prstGeom prst="oval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A93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あなたのビジネスに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AIの力を。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</a:rPr>
              <a:t>今すぐ無料相談して、業務を変えませんか。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2926080" cy="548640"/>
          </a:xfrm>
          <a:prstGeom prst="rect">
            <a:avLst/>
          </a:prstGeom>
          <a:solidFill>
            <a:srgbClr val="00AADD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無料相談を予約する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94760" y="2788920"/>
            <a:ext cx="2926080" cy="548640"/>
          </a:xfrm>
          <a:prstGeom prst="rect">
            <a:avLst/>
          </a:prstGeom>
          <a:solidFill>
            <a:srgbClr val="0D2040"/>
          </a:solidFill>
          <a:ln w="12700">
            <a:solidFill>
              <a:srgbClr val="00A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ADD"/>
                </a:solidFill>
              </a:rPr>
              <a:t>実績を詳しく見る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[YOUR_NAME]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</a:rPr>
              <a:t>📧 [CONTACT_EMAIL]　　𝕏 [SNS_X_URL]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626864"/>
            <a:ext cx="1965960" cy="256032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626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4"/>
                </a:solidFill>
              </a:rPr>
              <a:t>スライド自動生成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0360" y="4626864"/>
            <a:ext cx="1965960" cy="256032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4626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4"/>
                </a:solidFill>
              </a:rPr>
              <a:t>図解デザイン生成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4626864"/>
            <a:ext cx="1965960" cy="256032"/>
          </a:xfrm>
          <a:prstGeom prst="rect">
            <a:avLst/>
          </a:prstGeom>
          <a:solidFill>
            <a:srgbClr val="0D204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46268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B4"/>
                </a:solidFill>
              </a:rPr>
              <a:t>電話営業自動化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Business Solutions — サービス紹介</dc:title>
  <dc:subject>PptxGenJS Presentation</dc:subject>
  <dc:creator>PptxGenJS</dc:creator>
  <cp:lastModifiedBy>PptxGenJS</cp:lastModifiedBy>
  <cp:revision>1</cp:revision>
  <dcterms:created xsi:type="dcterms:W3CDTF">2026-03-18T14:22:06Z</dcterms:created>
  <dcterms:modified xsi:type="dcterms:W3CDTF">2026-03-18T14:22:06Z</dcterms:modified>
</cp:coreProperties>
</file>